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6A46"/>
          </a:solidFill>
          <a:ln w="12700">
            <a:solidFill>
              <a:srgbClr val="D46A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06351"/>
            <a:ext cx="10881360" cy="476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promise decision brief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274503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which onboarding promise should lead the next launch.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12512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clearer onboarding promise - generated from analysis analysis-fixture-v3.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53796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 - Confidential research  | 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6A46"/>
          </a:solidFill>
          <a:ln w="12700">
            <a:solidFill>
              <a:srgbClr val="D46A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06351"/>
            <a:ext cx="10881360" cy="238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decision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36493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value faster orientation, but trust depends on visible control and evidence.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20380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of nine participants described the first useful summary as the moment the product became valuable.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04266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6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finding-speed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42275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accepted automation when they could inspect sources and revise the output before sharing.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42616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6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finding-control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53796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 - Confidential research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6A46"/>
          </a:solidFill>
          <a:ln w="12700">
            <a:solidFill>
              <a:srgbClr val="D46A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06351"/>
            <a:ext cx="10881360" cy="238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36493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patterns with the clearest decision impact.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274503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of nine participants described the first useful summary as the moment the product became valuable.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58389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6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finding-speed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96399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accepted automation when they could inspect sources and revise the output before sharing.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280285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6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finding-control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18295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research leaders asked for methodology detail before relying on a generated recommendation.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902181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6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finding-enterprise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653796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 - Confidential research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6A46"/>
          </a:solidFill>
          <a:ln w="12700">
            <a:solidFill>
              <a:srgbClr val="D46A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06351"/>
            <a:ext cx="10881360" cy="238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 differences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36493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evidence changes by audience.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274503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research leaders asked for methodology detail before relying on a generated recommendation.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58389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6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finding-enterprise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53796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 - Confidential research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6A46"/>
          </a:solidFill>
          <a:ln w="12700">
            <a:solidFill>
              <a:srgbClr val="D46A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06351"/>
            <a:ext cx="10881360" cy="238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Counter-evidence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36493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that qualify the leading interpretation.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274503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Counter-signal: Seven of nine participants described the first useful summary as the moment the product became valuable.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58389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6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finding-speed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96399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Counter-signal: Security and research leaders asked for methodology detail before relying on a generated recommendation.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280285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6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finding-enterprise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53796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 - Confidential research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6A46"/>
          </a:solidFill>
          <a:ln w="12700">
            <a:solidFill>
              <a:srgbClr val="D46A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06351"/>
            <a:ext cx="10881360" cy="238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36493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grounded in the current evidence, not a substitute for product judgment.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20380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on this signal: Participants accepted automation when they could inspect sources and revise the output before sharing.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04266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D46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finding-control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653796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 - Confidential research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6A46"/>
          </a:solidFill>
          <a:ln w="12700">
            <a:solidFill>
              <a:srgbClr val="D46A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06351"/>
            <a:ext cx="10881360" cy="238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and sample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36493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findings synthesized from 9 linked evidence records.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274503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run analysis-fixture-v3 completed 2026-07-14T10:30:00.000Z.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12512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describe linked records in the analysis snapshot and do not imply statistical representativeness.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53796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 - Confidential research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6A46"/>
          </a:solidFill>
          <a:ln w="12700">
            <a:solidFill>
              <a:srgbClr val="D46A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06351"/>
            <a:ext cx="10881360" cy="238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36493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conclusions within the boundaries of the available sample.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274503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strength reflects the completed analysis snapshot; later fieldwork is not included.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58389"/>
            <a:ext cx="10881360" cy="291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comparisons are directional when only a small number of evidence records are linked.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53796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 - Confidential research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6A46"/>
          </a:solidFill>
          <a:ln w="12700">
            <a:solidFill>
              <a:srgbClr val="D46A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06351"/>
            <a:ext cx="10881360" cy="238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A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appendix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36493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and evidence identifiers retained for review.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274503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finding-speed: evidence-01, evidence-02, evidence-03, evidence-09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1251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finding-control: evidence-04, evidence-05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5052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finding-enterprise: evidence-06, evidence-07, evidence-08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537960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3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Labs - Confidential research  | 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Onboarding promise decision brief</dc:title>
  <dc:subject>Decide which onboarding promise should lead the next launch.</dc:subject>
  <dc:creator>Atlas Labs</dc:creator>
  <cp:lastModifiedBy>Atlas Labs</cp:lastModifiedBy>
  <cp:revision>1</cp:revision>
  <dcterms:created xsi:type="dcterms:W3CDTF">2026-07-14T09:49:33Z</dcterms:created>
  <dcterms:modified xsi:type="dcterms:W3CDTF">2026-07-14T09:49:33Z</dcterms:modified>
</cp:coreProperties>
</file>